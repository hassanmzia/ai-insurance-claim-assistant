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Insurance Claim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6A085"/>
                </a:solidFill>
              </a:defRPr>
            </a:pPr>
            <a:r>
              <a:t>Multi-Agent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Full-Stack AI-Powered Insurance Claim Processing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React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Django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PostgreSQL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Redis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ChromaDB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4754880"/>
            <a:ext cx="1051560" cy="3657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085"/>
                </a:solidFill>
              </a:defRPr>
            </a:pPr>
            <a:r>
              <a:t>JWT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7 containerized services on a Docker Compose bridge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91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Port 3062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React 18 + TypeScript SPA</a:t>
            </a:r>
            <a:br/>
            <a:r>
              <a:t>13 pages, JWT auth context</a:t>
            </a:r>
            <a:br/>
            <a:r>
              <a:t>Real-time WebSocket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8016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91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Port 4062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Express.js reverse proxy</a:t>
            </a:r>
            <a:br/>
            <a:r>
              <a:t>Rate limiting (1000/15m)</a:t>
            </a:r>
            <a:br/>
            <a:r>
              <a:t>CORS, Helmet, WS proxy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Django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</a:defRPr>
            </a:pPr>
            <a:r>
              <a:t>Port 8062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DRF REST API + Channels</a:t>
            </a:r>
            <a:br/>
            <a:r>
              <a:t>6-role RBAC, 10 permissions</a:t>
            </a:r>
            <a:br/>
            <a:r>
              <a:t>12 data models, audit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8016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Agent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691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Port 9062 / 5062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FastAPI + 7 AI agents</a:t>
            </a:r>
            <a:br/>
            <a:r>
              <a:t>A2A &amp; MCP protocols</a:t>
            </a:r>
            <a:br/>
            <a:r>
              <a:t>Orchestrator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384048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PostgreSQL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51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</a:defRPr>
            </a:pPr>
            <a:r>
              <a:t>Port 5462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572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Primary database</a:t>
            </a:r>
            <a:br/>
            <a:r>
              <a:t>12 tables, UUID PKs</a:t>
            </a:r>
            <a:br/>
            <a:r>
              <a:t>Claim lifecycle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84048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Redis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251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Port 6382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572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Cache + channel layer</a:t>
            </a:r>
            <a:br/>
            <a:r>
              <a:t>WebSocket pub/sub</a:t>
            </a:r>
            <a:br/>
            <a:r>
              <a:t>Agent state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840480"/>
            <a:ext cx="27432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ChromaDB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251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</a:defRPr>
            </a:pPr>
            <a:r>
              <a:t>Port 8562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572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Vector database</a:t>
            </a:r>
            <a:br/>
            <a:r>
              <a:t>Policy document embeddings</a:t>
            </a:r>
            <a:br/>
            <a:r>
              <a:t>Semantic search (RAG)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Request Flow &amp; Data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6DB"/>
                </a:solidFill>
              </a:defRPr>
            </a:pPr>
            <a:r>
              <a:t>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</a:defRPr>
            </a:pPr>
            <a:r>
              <a:t>React SPA</a:t>
            </a:r>
            <a:br/>
            <a:r>
              <a:t>Axios +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18872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</a:defRPr>
            </a:pPr>
            <a:r>
              <a:t>Express.js</a:t>
            </a:r>
            <a:br/>
            <a:r>
              <a:t>Route + Rate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18872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Django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</a:defRPr>
            </a:pPr>
            <a:r>
              <a:t>DRF Endpoints</a:t>
            </a:r>
            <a:br/>
            <a:r>
              <a:t>Auth +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18872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Agent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</a:defRPr>
            </a:pPr>
            <a:r>
              <a:t>FastAPI</a:t>
            </a:r>
            <a:br/>
            <a:r>
              <a:t>7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18872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Data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</a:defRPr>
            </a:pPr>
            <a:r>
              <a:t>Postgres</a:t>
            </a:r>
            <a:br/>
            <a:r>
              <a:t>Redis</a:t>
            </a:r>
            <a:br/>
            <a:r>
              <a:t>ChromaDB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-&gt; HTTPS/WSS 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-&gt; HTTP Proxy 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-&gt; REST Callback 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-&gt; SQL / Vector 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085"/>
                </a:solidFill>
              </a:defRPr>
            </a:pPr>
            <a:r>
              <a:t>AI Claim Processing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1. Claim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Extract &amp; validate</a:t>
            </a:r>
            <a:br/>
            <a:r>
              <a:t>claim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2848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2. Policy Retriever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RAG search in</a:t>
            </a:r>
            <a:br/>
            <a:r>
              <a:t>ChromaDB vectors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51376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8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</a:defRPr>
            </a:pPr>
            <a:r>
              <a:t>3.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Coverage analysis</a:t>
            </a:r>
            <a:br/>
            <a:r>
              <a:t>&amp; settlement calc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9904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</a:defRPr>
            </a:pPr>
            <a:r>
              <a:t>4. Fraud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Pattern analysis</a:t>
            </a:r>
            <a:br/>
            <a:r>
              <a:t>score &amp; flags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4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5. Decision Maker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1584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Final approve/deny</a:t>
            </a:r>
            <a:br/>
            <a:r>
              <a:t>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3566160"/>
            <a:ext cx="1828800" cy="12801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</a:defRPr>
            </a:pPr>
            <a:r>
              <a:t>6. Doc Analyzer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0112" y="3977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Extract data from</a:t>
            </a:r>
            <a:br/>
            <a:r>
              <a:t>uploaded 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085"/>
                </a:solidFill>
              </a:defRPr>
            </a:pPr>
            <a:r>
              <a:t>Communication Protocols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577840"/>
            <a:ext cx="274320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</a:defRPr>
            </a:pPr>
            <a:r>
              <a:t>A2A Protocol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87044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Agent-to-Agent messaging</a:t>
            </a:r>
            <a:br/>
            <a:r>
              <a:t>AgentMessage routing</a:t>
            </a:r>
            <a:br/>
            <a:r>
              <a:t>AgentRegistry discovery</a:t>
            </a:r>
            <a:br/>
            <a:r>
              <a:t>POST /api/a2a/message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54679" y="5577840"/>
            <a:ext cx="274320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</a:defRPr>
            </a:pPr>
            <a:r>
              <a:t>MCP Protocol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87044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Model Context Protocol</a:t>
            </a:r>
            <a:br/>
            <a:r>
              <a:t>7 callable tools for LLMs</a:t>
            </a:r>
            <a:br/>
            <a:r>
              <a:t>POST /api/mcp/tools/call</a:t>
            </a:r>
            <a:br/>
            <a:r>
              <a:t>GET /api/mcp/tools/list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5577840"/>
            <a:ext cx="274320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79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</a:defRPr>
            </a:pPr>
            <a:r>
              <a:t>WebSocket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79" y="587044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Real-time updates</a:t>
            </a:r>
            <a:br/>
            <a:r>
              <a:t>claim_{id} groups</a:t>
            </a:r>
            <a:br/>
            <a:r>
              <a:t>notifications_{user_id}</a:t>
            </a:r>
            <a:br/>
            <a:r>
              <a:t>dashboard_updates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15400" y="5577840"/>
            <a:ext cx="274320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</a:defRPr>
            </a:pPr>
            <a:r>
              <a:t>JWT 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587044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Access token: 60 min</a:t>
            </a:r>
            <a:br/>
            <a:r>
              <a:t>Refresh token: 7 days</a:t>
            </a:r>
            <a:br/>
            <a:r>
              <a:t>Auto-rotation</a:t>
            </a:r>
            <a:br/>
            <a:r>
              <a:t>Blacklist on logout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Database Schema &amp; Data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</a:defRPr>
            </a:pPr>
            <a:r>
              <a:t>PostgreSQL 16 — 12 tables with UUID primary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UserProfile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user (1:1), role, department</a:t>
            </a:r>
            <a:br/>
            <a:r>
              <a:t>phone, avatar, created_at</a:t>
            </a:r>
            <a:br/>
            <a:r>
              <a:t>Roles: admin, manager, adjuster</a:t>
            </a:r>
            <a:br/>
            <a:r>
              <a:t>reviewer, agent, 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18872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</a:defRPr>
            </a:pPr>
            <a:r>
              <a:t>InsurancePolicy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policy_number (unique), holder (FK)</a:t>
            </a:r>
            <a:br/>
            <a:r>
              <a:t>policy_type, status, premium_amount</a:t>
            </a:r>
            <a:br/>
            <a:r>
              <a:t>deductible, coverage_limit</a:t>
            </a:r>
            <a:br/>
            <a:r>
              <a:t>vehicle_details (JSON)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Claim (Root Entity)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claim_number (CLM-XXXXXX)</a:t>
            </a:r>
            <a:br/>
            <a:r>
              <a:t>policy (FK), claimant (FK)</a:t>
            </a:r>
            <a:br/>
            <a:r>
              <a:t>status (11 states), priority</a:t>
            </a:r>
            <a:br/>
            <a:r>
              <a:t>loss_type, fraud_score</a:t>
            </a:r>
            <a:br/>
            <a:r>
              <a:t>ai_recommendation (JSON)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</a:defRPr>
            </a:pPr>
            <a:r>
              <a:t>ClaimDocument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5544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claim (FK), document_type</a:t>
            </a:r>
            <a:br/>
            <a:r>
              <a:t>file, filename, description</a:t>
            </a:r>
            <a:br/>
            <a:r>
              <a:t>ai_extracted_data (JSON)</a:t>
            </a:r>
            <a:br/>
            <a:r>
              <a:t>uploaded_by (FK User)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0040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AuditLog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claim (FK), user (FK)</a:t>
            </a:r>
            <a:br/>
            <a:r>
              <a:t>action (11 types)</a:t>
            </a:r>
            <a:br/>
            <a:r>
              <a:t>details, old_value, new_value</a:t>
            </a:r>
            <a:br/>
            <a:r>
              <a:t>ip_address, timestamp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20040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FraudAlert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66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claim (FK), severity (4 levels)</a:t>
            </a:r>
            <a:br/>
            <a:r>
              <a:t>status (5 states), alert_type</a:t>
            </a:r>
            <a:br/>
            <a:r>
              <a:t>indicators (JSON list)</a:t>
            </a:r>
            <a:br/>
            <a:r>
              <a:t>ai_confidence, reviewed_by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20040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AgentTask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claim (FK), agent_type (8 types)</a:t>
            </a:r>
            <a:br/>
            <a:r>
              <a:t>status, input_data, output_data</a:t>
            </a:r>
            <a:br/>
            <a:r>
              <a:t>parent_task (self FK)</a:t>
            </a:r>
            <a:br/>
            <a:r>
              <a:t>duration_ms, timestamps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20040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</a:defRPr>
            </a:pPr>
            <a:r>
              <a:t>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661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user (FK), notification_type</a:t>
            </a:r>
            <a:br/>
            <a:r>
              <a:t>title, message, claim (FK)</a:t>
            </a:r>
            <a:br/>
            <a:r>
              <a:t>is_read, metadata (JSON)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521208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57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</a:defRPr>
            </a:pPr>
            <a:r>
              <a:t>PolicyDocument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577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title, policy_type, document (file)</a:t>
            </a:r>
            <a:br/>
            <a:r>
              <a:t>version, effective_date</a:t>
            </a:r>
            <a:br/>
            <a:r>
              <a:t>is_indexed, chunk_count</a:t>
            </a:r>
            <a:br/>
            <a:r>
              <a:t>uploaded_by (FK User)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5212080"/>
            <a:ext cx="2743200" cy="1737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59" y="5257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DashboardMetric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59" y="5577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metric_name, metric_value</a:t>
            </a:r>
            <a:br/>
            <a:r>
              <a:t>period_start, period_end</a:t>
            </a:r>
            <a:br/>
            <a:r>
              <a:t>metadata (JSON), computed_at</a:t>
            </a:r>
            <a:br/>
            <a:r>
              <a:t>Unique: (name, start, 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Role-Based Access Control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Full system access</a:t>
            </a:r>
            <a:br/>
            <a:r>
              <a:t>User management</a:t>
            </a:r>
            <a:br/>
            <a:r>
              <a:t>All claim operations</a:t>
            </a:r>
            <a:br/>
            <a:r>
              <a:t>Status override</a:t>
            </a:r>
            <a:br/>
            <a:r>
              <a:t>Analytics &amp;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User management</a:t>
            </a:r>
            <a:br/>
            <a:r>
              <a:t>Claim assignment</a:t>
            </a:r>
            <a:br/>
            <a:r>
              <a:t>Status override</a:t>
            </a:r>
            <a:br/>
            <a:r>
              <a:t>Fraud review</a:t>
            </a:r>
            <a:br/>
            <a:r>
              <a:t>Analytics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Adjuster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Process claims</a:t>
            </a:r>
            <a:br/>
            <a:r>
              <a:t>Approve / deny</a:t>
            </a:r>
            <a:br/>
            <a:r>
              <a:t>Add notes &amp; docs</a:t>
            </a:r>
            <a:br/>
            <a:r>
              <a:t>Workflow transitions</a:t>
            </a:r>
            <a:br/>
            <a:r>
              <a:t>Fraud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QA &amp; compliance</a:t>
            </a:r>
            <a:br/>
            <a:r>
              <a:t>View all claims</a:t>
            </a:r>
            <a:br/>
            <a:r>
              <a:t>Analytics access</a:t>
            </a:r>
            <a:br/>
            <a:r>
              <a:t>Audit trail review</a:t>
            </a:r>
            <a:br/>
            <a:r>
              <a:t>Read-only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Customer-facing</a:t>
            </a:r>
            <a:br/>
            <a:r>
              <a:t>Help file claims</a:t>
            </a:r>
            <a:br/>
            <a:r>
              <a:t>View assigned claims</a:t>
            </a:r>
            <a:br/>
            <a:r>
              <a:t>Add notes</a:t>
            </a:r>
            <a:br/>
            <a:r>
              <a:t>Policy lookup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19" y="1097280"/>
            <a:ext cx="18288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15087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File own claims</a:t>
            </a:r>
            <a:br/>
            <a:r>
              <a:t>View own claims</a:t>
            </a:r>
            <a:br/>
            <a:r>
              <a:t>Upload documents</a:t>
            </a:r>
            <a:br/>
            <a:r>
              <a:t>View notifications</a:t>
            </a:r>
            <a:br/>
            <a:r>
              <a:t>Manage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085"/>
                </a:solidFill>
              </a:defRPr>
            </a:pPr>
            <a:r>
              <a:t>10 DRF Permission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06240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224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IsAdmin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39" y="4206240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1" y="4224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IsManagement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1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+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59" y="4206240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4224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IsStaff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All 5 staff roles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79" y="4206240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1" y="4224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IsStaffOrReadOnly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Staff write, customer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4206240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4224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IsOwnerOrStaff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4498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Object owner or staff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937759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49560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CanProcessClaims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230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+ Manager + Adjuster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39" y="4937759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9191" y="49560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CanAssignClaims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9191" y="5230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+ Manager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59" y="4937759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9560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CanManageFraudAlerts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5230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Staff view, management resolve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69479" y="4937759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49560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CanViewAnalytics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5230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+ Manager + Reviewer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4937759"/>
            <a:ext cx="2240280" cy="5943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4352" y="49560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</a:defRPr>
            </a:pPr>
            <a:r>
              <a:t>CanManageUsers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4352" y="5230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</a:defRPr>
            </a:pPr>
            <a:r>
              <a:t>Admin +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Security: JWT with rotation &amp; blacklist | Helmet security headers | Rate limiting | CORS | Audit trail on every action | Status override audit 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API Endpoints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743200" cy="5486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POST /api/token/             — JWT login</a:t>
            </a:r>
            <a:br/>
            <a:r>
              <a:t>POST /api/token/refresh/     — Refresh token</a:t>
            </a:r>
            <a:br/>
            <a:r>
              <a:t>POST /api/auth/register/     — User registration</a:t>
            </a:r>
            <a:br/>
            <a:r>
              <a:t>GET  /api/auth/me/           — Current user</a:t>
            </a:r>
            <a:br/>
            <a:r>
              <a:t>PATCH /api/auth/profile/     — Update profile</a:t>
            </a:r>
            <a:br/>
            <a:r>
              <a:t>POST /api/auth/change-password/</a:t>
            </a:r>
            <a:br/>
            <a:r>
              <a:t>DELETE /api/auth/delete-account/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05840"/>
            <a:ext cx="2743200" cy="5486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GET  /api/claims/            — List (role-filtered)</a:t>
            </a:r>
            <a:br/>
            <a:r>
              <a:t>POST /api/claims/            — Create claim</a:t>
            </a:r>
            <a:br/>
            <a:r>
              <a:t>GET  /api/claims/{id}/       — Claim details</a:t>
            </a:r>
            <a:br/>
            <a:r>
              <a:t>POST /api/claims/{id}/process/    — AI processing</a:t>
            </a:r>
            <a:br/>
            <a:r>
              <a:t>POST /api/claims/{id}/assign/     — Assign staff</a:t>
            </a:r>
            <a:br/>
            <a:r>
              <a:t>POST /api/claims/{id}/update_status/</a:t>
            </a:r>
            <a:br/>
            <a:r>
              <a:t>POST /api/claims/{id}/upload_document/</a:t>
            </a:r>
            <a:br/>
            <a:r>
              <a:t>POST /api/claims/{id}/add_note/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05840"/>
            <a:ext cx="2743200" cy="5486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</a:defRPr>
            </a:pPr>
            <a:r>
              <a:t>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GET  /api/admin/users/       — List all users</a:t>
            </a:r>
            <a:br/>
            <a:r>
              <a:t>POST /api/admin/users/create/— Create user</a:t>
            </a:r>
            <a:br/>
            <a:r>
              <a:t>PATCH /api/admin/users/{id}/ — Update user</a:t>
            </a:r>
            <a:br/>
            <a:r>
              <a:t>GET  /api/staff/             — List staff</a:t>
            </a:r>
            <a:br/>
            <a:r>
              <a:t>GET  /api/dashboard/         — Dashboard stats</a:t>
            </a:r>
            <a:br/>
            <a:r>
              <a:t>GET  /api/analytics/         — Detailed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005840"/>
            <a:ext cx="2743200" cy="5486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</a:defRPr>
            </a:pPr>
            <a:r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</a:defRPr>
            </a:pPr>
            <a:r>
              <a:t>GET  /api/policies/          — Insurance policies</a:t>
            </a:r>
            <a:br/>
            <a:r>
              <a:t>GET  /api/policy-documents/  — Policy docs</a:t>
            </a:r>
            <a:br/>
            <a:r>
              <a:t>POST /api/policy-documents/{id}/index/</a:t>
            </a:r>
            <a:br/>
            <a:r>
              <a:t>GET  /api/fraud-alerts/      — Fraud alerts</a:t>
            </a:r>
            <a:br/>
            <a:r>
              <a:t>POST /api/fraud-alerts/{id}/resolve/</a:t>
            </a:r>
            <a:br/>
            <a:r>
              <a:t>GET  /api/notifications/     — Notifications</a:t>
            </a:r>
            <a:br/>
            <a:r>
              <a:t>POST /api/notifications/{id}/mark_read/</a:t>
            </a:r>
            <a:br/>
            <a:r>
              <a:t>GET  /api/agent-tasks/       — Agent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Claim Lifecycle &amp;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Customer starts</a:t>
            </a:r>
            <a:br/>
            <a:r>
              <a:t>claim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1887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79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6DB"/>
                </a:solidFill>
              </a:defRPr>
            </a:pPr>
            <a:r>
              <a:t>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Claim filed</a:t>
            </a:r>
            <a:br/>
            <a:r>
              <a:t>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1887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199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Under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Staff reviewing</a:t>
            </a:r>
            <a:br/>
            <a:r>
              <a:t>claim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79" y="11887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AI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Multi-agent</a:t>
            </a:r>
            <a:br/>
            <a:r>
              <a:t>pipeline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Pending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Additional info</a:t>
            </a:r>
            <a:br/>
            <a:r>
              <a:t>requested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0175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Claim approved</a:t>
            </a:r>
            <a:br/>
            <a:r>
              <a:t>for settlement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39" y="30175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79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Claim denied</a:t>
            </a:r>
            <a:br/>
            <a:r>
              <a:t>with reason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59" y="30175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199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Appealed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Customer</a:t>
            </a:r>
            <a:br/>
            <a:r>
              <a:t>appealed denial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79" y="30175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19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Settled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Payment</a:t>
            </a:r>
            <a:br/>
            <a:r>
              <a:t>processed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017520"/>
            <a:ext cx="210312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t>Closed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</a:defRPr>
            </a:pPr>
            <a:r>
              <a:t>Case</a:t>
            </a:r>
            <a:br/>
            <a:r>
              <a:t>closed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085"/>
                </a:solidFill>
              </a:defRPr>
            </a:pPr>
            <a:r>
              <a:t>Workflow Transition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212080"/>
            <a:ext cx="27432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Admin /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Can set ANY status (override)</a:t>
            </a:r>
            <a:br/>
            <a:r>
              <a:t>Override flagged in audit trail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54679" y="5212080"/>
            <a:ext cx="27432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Adjuster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submitted -&gt; under_review, ai_processing</a:t>
            </a:r>
            <a:br/>
            <a:r>
              <a:t>under_review -&gt; approved, denied</a:t>
            </a:r>
            <a:br/>
            <a:r>
              <a:t>approved -&gt; settled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212080"/>
            <a:ext cx="27432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79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Customer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Can submit and appeal</a:t>
            </a:r>
            <a:br/>
            <a:r>
              <a:t>Cannot change status directly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212080"/>
            <a:ext cx="2743200" cy="1371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</a:defRPr>
            </a:pPr>
            <a:r>
              <a:t>AI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577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</a:defRPr>
            </a:pPr>
            <a:r>
              <a:t>submitted -&gt; ai_processing</a:t>
            </a:r>
            <a:br/>
            <a:r>
              <a:t>ai_processing -&gt; under_review</a:t>
            </a:r>
            <a:br/>
            <a:r>
              <a:t>Sets fraud_score &amp;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097280"/>
            <a:ext cx="23317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143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2057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React 18.2 + TypeScript 4.9</a:t>
            </a:r>
            <a:br/>
            <a:br/>
            <a:r>
              <a:t>React Router v6 (SPA routing)</a:t>
            </a:r>
            <a:br/>
            <a:br/>
            <a:r>
              <a:t>Axios (HTTP + JWT interceptors)</a:t>
            </a:r>
            <a:br/>
            <a:br/>
            <a:r>
              <a:t>Chart.js (analytics visualizations)</a:t>
            </a:r>
            <a:br/>
            <a:br/>
            <a:r>
              <a:t>React Hot Toast (notifications)</a:t>
            </a:r>
            <a:br/>
            <a:br/>
            <a:r>
              <a:t>React Icons (Feather icons)</a:t>
            </a:r>
            <a:br/>
            <a:br/>
            <a:r>
              <a:t>date-fns (date formatting)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097280"/>
            <a:ext cx="23317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143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600200"/>
            <a:ext cx="2057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Express.js (Node.js)</a:t>
            </a:r>
            <a:br/>
            <a:br/>
            <a:r>
              <a:t>http-proxy-middleware</a:t>
            </a:r>
            <a:br/>
            <a:br/>
            <a:r>
              <a:t>ws (WebSocket proxy)</a:t>
            </a:r>
            <a:br/>
            <a:br/>
            <a:r>
              <a:t>Helmet (security headers)</a:t>
            </a:r>
            <a:br/>
            <a:br/>
            <a:r>
              <a:t>express-rate-limit</a:t>
            </a:r>
            <a:br/>
            <a:br/>
            <a:r>
              <a:t>Morgan (request logging)</a:t>
            </a:r>
            <a:br/>
            <a:br/>
            <a:r>
              <a:t>CORS middleware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79" y="1097280"/>
            <a:ext cx="23317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19" y="1143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2057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Django 4 + DRF</a:t>
            </a:r>
            <a:br/>
            <a:br/>
            <a:r>
              <a:t>Daphne (ASGI server)</a:t>
            </a:r>
            <a:br/>
            <a:br/>
            <a:r>
              <a:t>Django Channels (WebSocket)</a:t>
            </a:r>
            <a:br/>
            <a:br/>
            <a:r>
              <a:t>SimpleJWT (authentication)</a:t>
            </a:r>
            <a:br/>
            <a:br/>
            <a:r>
              <a:t>django-filter (query filtering)</a:t>
            </a:r>
            <a:br/>
            <a:br/>
            <a:r>
              <a:t>django-cors-headers</a:t>
            </a:r>
            <a:br/>
            <a:br/>
            <a:r>
              <a:t>PostgreSQL 16 (primary DB)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097280"/>
            <a:ext cx="23317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143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AI /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600200"/>
            <a:ext cx="2057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FastAPI + Uvicorn</a:t>
            </a:r>
            <a:br/>
            <a:br/>
            <a:r>
              <a:t>Pydantic (validation)</a:t>
            </a:r>
            <a:br/>
            <a:br/>
            <a:r>
              <a:t>SentenceTransformer (embeddings)</a:t>
            </a:r>
            <a:br/>
            <a:br/>
            <a:r>
              <a:t>all-MiniLM-L6-v2 model</a:t>
            </a:r>
            <a:br/>
            <a:br/>
            <a:r>
              <a:t>OpenAI GPT-4o-mini (reasoning)</a:t>
            </a:r>
            <a:br/>
            <a:br/>
            <a:r>
              <a:t>ChromaDB 0.5.23 (vector store)</a:t>
            </a:r>
            <a:br/>
            <a:br/>
            <a:r>
              <a:t>A2A + MCP protocols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097280"/>
            <a:ext cx="2331720" cy="5029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143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600200"/>
            <a:ext cx="2057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Docker + Docker Compose</a:t>
            </a:r>
            <a:br/>
            <a:br/>
            <a:r>
              <a:t>PostgreSQL 16 Alpine</a:t>
            </a:r>
            <a:br/>
            <a:br/>
            <a:r>
              <a:t>Redis 7 Alpine</a:t>
            </a:r>
            <a:br/>
            <a:br/>
            <a:r>
              <a:t>ChromaDB 0.5.23</a:t>
            </a:r>
            <a:br/>
            <a:br/>
            <a:r>
              <a:t>Bridge network isolation</a:t>
            </a:r>
            <a:br/>
            <a:br/>
            <a:r>
              <a:t>Volume persistence</a:t>
            </a:r>
            <a:br/>
            <a:br/>
            <a:r>
              <a:t>Environment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